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4"/>
    <p:sldId id="257" r:id="rId9"/>
    <p:sldId id="258" r:id="rId2"/>
    <p:sldId id="259" r:id="rId11"/>
    <p:sldId id="260" r:id="rId6"/>
  </p:sldIdLst>
</p:presentation>
</file>

<file path=ppt/_rels/presentation.xml.rels><?xml version="1.0" encoding="UTF-8" standalone="yes"?>
<Relationships xmlns="http://schemas.openxmlformats.org/package/2006/relationships">
  <Relationship Id="rId11" Type="http://schemas.openxmlformats.org/officeDocument/2006/relationships/slide" Target="slides/slide4.xml"/>
  <Relationship Id="rId2" Type="http://schemas.openxmlformats.org/officeDocument/2006/relationships/slide" Target="slides/slide3.xml"/>
  <Relationship Id="rId4" Type="http://schemas.openxmlformats.org/officeDocument/2006/relationships/slide" Target="slides/slide1.xml"/>
  <Relationship Id="rId6" Type="http://schemas.openxmlformats.org/officeDocument/2006/relationships/slide" Target="slides/slide5.xml"/>
  <Relationship Id="rId9" Type="http://schemas.openxmlformats.org/officeDocument/2006/relationships/slide" Target="slides/slide2.xml"/>
</Relationships>
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Notes for slide 1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Notes for slide 3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Notes for slide 4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2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3.xml"/>
</Relationships>

</file>

<file path=ppt/slides/_rels/slide5.xml.rels><?xml version="1.0" encoding="UTF-8" standalone="yes"?>
<Relationships xmlns="http://schemas.openxmlformats.org/package/2006/relationships">

</Relationships>
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3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4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5</a:t>
            </a:r>
          </a:p>
        </p:txBody>
      </p:sp>
    </p:spTree>
  </p:cSld>
</p:sld>
</file>