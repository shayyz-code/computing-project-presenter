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
</file>

<file path=ppt/notesSlides/notesSlide1.xml><?xml version="1.0" encoding="utf-8"?>
<p:notes xmlns:a="http://schemas.openxmlformats.org/drawingml/2006/main" xmlns:p="http://schemas.openxmlformats.org/presentationml/2006/main">
  <p:cSld>
    <p:spTree>
      <p:sp>
        <p:txBody>
          <a:p>
            <a:r>
              <a:t>First line</a:t>
            </a:r>
          </a:p>
          <a:p>
            <a:r>
              <a:t>Second line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sp>
        <p:txBody>
          <a:p>
            <a:r>
              <a:t>   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notesSlide" Target="../notesSlides/notesSlide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notesSlide" Target="../notesSlides/notesSlide2.xml"/>
</Relationships>
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1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</a:t>
            </a:r>
          </a:p>
        </p:txBody>
      </p:sp>
    </p:spTree>
  </p:cSld>
</p:sld>
</file>